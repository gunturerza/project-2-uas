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013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C39A"/>
                </a:solidFill>
              </a:rPr>
              <a:t>STRUKTUR DATA · PROJECT UAS · SEMESTER GENAP 2025/2026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Pemilihan Kost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Mahasiswa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ACDE8"/>
                </a:solidFill>
              </a:rPr>
              <a:t>Implementasi Graph &amp; Algoritma Dijkstra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CDE8"/>
                </a:solidFill>
              </a:rPr>
              <a:t>I Gede Wira Yoga (2501010086)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CDE8"/>
                </a:solidFill>
              </a:rPr>
              <a:t>I Kadek Guntur Erza Pramudya (2501010071)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CDE8"/>
                </a:solidFill>
              </a:rPr>
              <a:t>I Made Bagus Abiyoga Prawira (2501010089)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1B3A"/>
          </a:solidFill>
          <a:ln w="12700">
            <a:solidFill>
              <a:srgbClr val="021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LATAR BELAKANG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3192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</a:rPr>
              <a:t>💡  Masalah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1B3A"/>
                </a:solidFill>
              </a:rPr>
              <a:t>Mahasiswa kesulitan menyeimbangkan budget dengan aksesibilitas lokasi kost.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393192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677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</a:rPr>
              <a:t>🗺️  Solusi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1B3A"/>
                </a:solidFill>
              </a:rPr>
              <a:t>Decision Support System (DSS) yang memodelkan relasi spasial antar lokasi menggunakan Graph.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566160"/>
            <a:ext cx="393192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6393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</a:rPr>
              <a:t>🔍  Pendekatan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4023360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1B3A"/>
                </a:solidFill>
              </a:rPr>
              <a:t>Algoritma Dijkstra untuk mencari jalur terpendek dari kost ke kampus secara optimal.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822960"/>
            <a:ext cx="4114800" cy="397764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822960"/>
            <a:ext cx="91440" cy="3977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868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</a:rPr>
              <a:t>Rumusan Masalah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141732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021B3A"/>
                </a:solidFill>
              </a:rPr>
              <a:t>1. Bagaimana memodelkan data kost &amp; kampus ke dalam struktur data Graph?</a:t>
            </a:r>
            <a:endParaRPr lang="en-US" sz="12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021B3A"/>
                </a:solidFill>
              </a:rPr>
              <a:t>2. Bagaimana mengimplementasikan Dijkstra untuk optimasi rute terpendek?</a:t>
            </a:r>
            <a:endParaRPr lang="en-US" sz="12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021B3A"/>
                </a:solidFill>
              </a:rPr>
              <a:t>3. Bagaimana merancang interface DSS interaktif berbasis web?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DASAR TEORI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83464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772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Struktur Data Graph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2834640" cy="361188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80160"/>
            <a:ext cx="265176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21B3A"/>
                </a:solidFill>
              </a:rPr>
              <a:t>Graf = G(V, E): Kumpulan simpul &amp; sisi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21B3A"/>
                </a:solidFill>
              </a:rPr>
              <a:t>Undirected Graph: sisi tanpa arah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21B3A"/>
                </a:solidFill>
              </a:rPr>
              <a:t>Weighted Graph: sisi berbobot (jarak meter)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21B3A"/>
                </a:solidFill>
              </a:rPr>
              <a:t>Representasi: Adjacency List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777240"/>
            <a:ext cx="28346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7772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Decision Support System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834640" cy="361188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280160"/>
            <a:ext cx="265176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21B3A"/>
                </a:solidFill>
              </a:rPr>
              <a:t>Sistem berbasis komputer untuk pengambil keputusan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21B3A"/>
                </a:solidFill>
              </a:rPr>
              <a:t>Metode: Constraint-Based Filtering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21B3A"/>
                </a:solidFill>
              </a:rPr>
              <a:t>Filter harga kost sesuai budget pengguna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21B3A"/>
                </a:solidFill>
              </a:rPr>
              <a:t>Dilanjut optimasi rute terpendek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777240"/>
            <a:ext cx="2834640" cy="411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7772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Algoritma Dijkstra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188720"/>
            <a:ext cx="2834640" cy="361188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280160"/>
            <a:ext cx="265176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21B3A"/>
                </a:solidFill>
              </a:rPr>
              <a:t>Greedy algorithm untuk shortest path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21B3A"/>
                </a:solidFill>
              </a:rPr>
              <a:t>Inisialisasi: jarak awal = ∞, sumber = 0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21B3A"/>
                </a:solidFill>
              </a:rPr>
              <a:t>Priority Queue (Min-Heap / heapq)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21B3A"/>
                </a:solidFill>
              </a:rPr>
              <a:t>Relaxation: perbarui jarak terkecil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1B3A"/>
          </a:solidFill>
          <a:ln w="12700">
            <a:solidFill>
              <a:srgbClr val="021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DESAIN SISTEM &amp; STRUKTUR GRAPH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📌 Daftar Node (Simpul)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4754880" cy="3108959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Label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Tipe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Harga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KAMPUS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Kampus Utama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Kampus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-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KOST_A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Kost Exclusif 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Kost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Rp 1.500.000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KOST_B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Kost Muslimah B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Kost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Rp 800.000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KOST_C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Kost Campur 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Kost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Rp 1.100.000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FAC_1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Warmindo &amp; Laundry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Fasilitas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-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FAC_2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Minimarket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Fasilitas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-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94960" y="731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🔗 Daftar Edge (Sisi)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82483"/>
              </p:ext>
            </p:extLst>
          </p:nvPr>
        </p:nvGraphicFramePr>
        <p:xfrm>
          <a:off x="5394960" y="1097280"/>
          <a:ext cx="3474720" cy="3200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Dari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Ke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Jarak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KOST_A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 err="1"/>
                        <a:t>Warmindo</a:t>
                      </a:r>
                      <a:r>
                        <a:rPr lang="en-US" sz="1050" dirty="0"/>
                        <a:t> &amp; Laundry</a:t>
                      </a: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200 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Warmindo</a:t>
                      </a:r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 Laundry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KAMPUS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500 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KOST_B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Minimarket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400 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Minimarket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KAMPUS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600 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KOST_C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 err="1">
                          <a:solidFill>
                            <a:srgbClr val="021B3A"/>
                          </a:solidFill>
                        </a:rPr>
                        <a:t>Warmindo</a:t>
                      </a: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 &amp; Laundry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300 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KOST_C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Minimarket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350 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 err="1">
                          <a:solidFill>
                            <a:srgbClr val="021B3A"/>
                          </a:solidFill>
                        </a:rPr>
                        <a:t>Warmindo</a:t>
                      </a: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 &amp; Laundry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Minimarket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1B3A"/>
                          </a:solidFill>
                        </a:rPr>
                        <a:t>150 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</a:rPr>
              <a:t>Jenis Graf: Undirected Weighted Graph  |  Representasi: Adjacency List  |  Bobot: Jarak dalam Meter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IMPLEMENTASI PROGRAM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6459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155448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 3.x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48256" y="960120"/>
            <a:ext cx="1554480" cy="54864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48256" y="960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Streamlit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30752" y="960120"/>
            <a:ext cx="1554480" cy="5486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0752" y="960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NetworkX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13248" y="960120"/>
            <a:ext cx="1554480" cy="5486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13248" y="960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Matplotlib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95744" y="960120"/>
            <a:ext cx="1554480" cy="5486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95744" y="960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heapq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15361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CDE8"/>
                </a:solidFill>
              </a:rPr>
              <a:t>Library &amp; Tools yang Digunakan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874520"/>
            <a:ext cx="3931920" cy="3017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class DSSGraph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28600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add_node(self, node, label,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node_type, cost=0):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self.graph[node] = {}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self.node_info[node] =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"label": label,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node_type,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"cost": cost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add_edge(self, u, v, weight):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self.graph[u][v] = weight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self.graph[v][u] = weight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874520"/>
            <a:ext cx="4114800" cy="3017520"/>
          </a:xfrm>
          <a:prstGeom prst="rect">
            <a:avLst/>
          </a:prstGeom>
          <a:solidFill>
            <a:srgbClr val="0D1B2A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920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</a:rPr>
              <a:t>def dijkstra(self, start, end)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286000"/>
            <a:ext cx="3840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 = [(0, start, [])]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visited = set()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queue: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cost, node, path = heapq.heappop(queue)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node not in visited: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visited.add(node)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 = path + [node]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node == end: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cost, path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nb, w in self.graph[node].items():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heapq.heappush(queue,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(cost + w, nb, path))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PENGUJIAN &amp; ANALISIS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137160" cy="1234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77240"/>
            <a:ext cx="836676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5039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B3A"/>
                </a:solidFill>
              </a:rPr>
              <a:t>Kasus 1: Budget Rp 900.000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188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Hasil Filter: KOST_B   |   Jarak: 1.000 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490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</a:rPr>
              <a:t>Jalur: Kost Muslimah B → Minimarket → Kampus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194560"/>
            <a:ext cx="137160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94560"/>
            <a:ext cx="836676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6771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B3A"/>
                </a:solidFill>
              </a:rPr>
              <a:t>Kasus 2: Budget Rp 1.200.000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606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Hasil Filter: KOST_B &amp; KOST_C   |   Jarak: 800 m (KOST_C)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9077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Jalur: Kost Campur C → Warmindo &amp; Laundry → Kampus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611880"/>
            <a:ext cx="137160" cy="12344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611880"/>
            <a:ext cx="836676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8503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B3A"/>
                </a:solidFill>
              </a:rPr>
              <a:t>Kasus 3: Budget Rp 500.000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40233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Hasil Filter: Tidak ada kost   |   Jarak: -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432511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</a:rPr>
              <a:t>Jalur: Sistem menampilkan peringatan kuning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4736592"/>
            <a:ext cx="8503920" cy="320040"/>
          </a:xfrm>
          <a:prstGeom prst="rect">
            <a:avLst/>
          </a:prstGeom>
          <a:solidFill>
            <a:srgbClr val="021B3A"/>
          </a:solidFill>
          <a:ln w="12700">
            <a:solidFill>
              <a:srgbClr val="021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73659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Kompleksitas Waktu: O((V + E) log V)   |   Kompleksitas Ruang: O(V + E)   |   Struktur: Adjacency List + Min-Heap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KESIMPULAN &amp; SARAN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374904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Kesimpulan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3611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ACDE8"/>
                </a:solidFill>
              </a:rPr>
              <a:t>Struktur data Graph berhasil diterapkan sebagai fondasi DSS nyata.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ACDE8"/>
                </a:solidFill>
              </a:rPr>
              <a:t>Algoritma Dijkstra terbukti akurat mengevaluasi rute alternatif &amp; memberikan rekomendasi jarak terpendek.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ACDE8"/>
                </a:solidFill>
              </a:rPr>
              <a:t>Sistem interaktif berbasis Streamlit berhasil dibangun dengan visualisasi graf dinamis.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16052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96012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💡 Saran Pengembangan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1417320"/>
            <a:ext cx="3977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ACDE8"/>
                </a:solidFill>
              </a:rPr>
              <a:t>Integrasi Database Graf (Neo4j) untuk skalabilitas data besar.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ACDE8"/>
                </a:solidFill>
              </a:rPr>
              <a:t>Visualisasi interaktif real-time dengan AgGraph atau pyvis.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AACDE8"/>
                </a:solidFill>
              </a:rPr>
              <a:t>Metode hybrid multi-kriteria: gabungkan Dijkstra + AHP/TOPSIS.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7955280" cy="731520"/>
          </a:xfrm>
          <a:prstGeom prst="rect">
            <a:avLst/>
          </a:prstGeom>
          <a:solidFill>
            <a:srgbClr val="021B3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20624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</a:rPr>
              <a:t>Terima Kasih  |  Mata Kuliah Struktur Data  |  Semester Genap 2025/2026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763</Words>
  <Application>Microsoft Office PowerPoint</Application>
  <PresentationFormat>On-screen Show (16:9)</PresentationFormat>
  <Paragraphs>152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DSS Pemilihan Kost Mahasiswa</dc:title>
  <dc:subject>PptxGenJS Presentation</dc:subject>
  <dc:creator>PptxGenJS</dc:creator>
  <cp:lastModifiedBy>bagus 08</cp:lastModifiedBy>
  <cp:revision>2</cp:revision>
  <dcterms:created xsi:type="dcterms:W3CDTF">2026-06-05T05:45:21Z</dcterms:created>
  <dcterms:modified xsi:type="dcterms:W3CDTF">2026-06-05T05:58:53Z</dcterms:modified>
</cp:coreProperties>
</file>